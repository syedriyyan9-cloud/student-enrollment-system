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18288000" cy="10287000"/>
  <p:notesSz cx="6858000" cy="9144000"/>
  <p:embeddedFontLst>
    <p:embeddedFont>
      <p:font typeface="Roboto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Arcade Gamer" panose="020B0604020202020204" charset="0"/>
      <p:regular r:id="rId14"/>
    </p:embeddedFont>
    <p:embeddedFont>
      <p:font typeface="Robot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10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sv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12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6.svg"/><Relationship Id="rId5" Type="http://schemas.openxmlformats.org/officeDocument/2006/relationships/image" Target="../media/image14.svg"/><Relationship Id="rId15" Type="http://schemas.openxmlformats.org/officeDocument/2006/relationships/image" Target="../media/image18.svg"/><Relationship Id="rId10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.sv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22.svg"/><Relationship Id="rId5" Type="http://schemas.openxmlformats.org/officeDocument/2006/relationships/image" Target="../media/image20.svg"/><Relationship Id="rId10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svg"/><Relationship Id="rId3" Type="http://schemas.openxmlformats.org/officeDocument/2006/relationships/image" Target="../media/image8.svg"/><Relationship Id="rId12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.svg"/><Relationship Id="rId5" Type="http://schemas.openxmlformats.org/officeDocument/2006/relationships/image" Target="../media/image4.svg"/><Relationship Id="rId10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6.svg"/><Relationship Id="rId3" Type="http://schemas.openxmlformats.org/officeDocument/2006/relationships/image" Target="../media/image8.svg"/><Relationship Id="rId7" Type="http://schemas.openxmlformats.org/officeDocument/2006/relationships/image" Target="../media/image28.svg"/><Relationship Id="rId12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.svg"/><Relationship Id="rId5" Type="http://schemas.openxmlformats.org/officeDocument/2006/relationships/image" Target="../media/image18.svg"/><Relationship Id="rId10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2.sv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12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6.svg"/><Relationship Id="rId5" Type="http://schemas.openxmlformats.org/officeDocument/2006/relationships/image" Target="../media/image30.svg"/><Relationship Id="rId10" Type="http://schemas.openxmlformats.org/officeDocument/2006/relationships/image" Target="../media/image3.png"/><Relationship Id="rId4" Type="http://schemas.openxmlformats.org/officeDocument/2006/relationships/image" Target="../media/image15.png"/><Relationship Id="rId9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525" y="1028700"/>
            <a:ext cx="3612588" cy="1261122"/>
          </a:xfrm>
          <a:custGeom>
            <a:avLst/>
            <a:gdLst/>
            <a:ahLst/>
            <a:cxnLst/>
            <a:rect l="l" t="t" r="r" b="b"/>
            <a:pathLst>
              <a:path w="3612588" h="1261122">
                <a:moveTo>
                  <a:pt x="0" y="0"/>
                </a:moveTo>
                <a:lnTo>
                  <a:pt x="3612588" y="0"/>
                </a:lnTo>
                <a:lnTo>
                  <a:pt x="3612588" y="1261122"/>
                </a:lnTo>
                <a:lnTo>
                  <a:pt x="0" y="1261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882694" y="918598"/>
            <a:ext cx="1529702" cy="1529702"/>
          </a:xfrm>
          <a:custGeom>
            <a:avLst/>
            <a:gdLst/>
            <a:ahLst/>
            <a:cxnLst/>
            <a:rect l="l" t="t" r="r" b="b"/>
            <a:pathLst>
              <a:path w="1529702" h="1529702">
                <a:moveTo>
                  <a:pt x="0" y="0"/>
                </a:moveTo>
                <a:lnTo>
                  <a:pt x="1529702" y="0"/>
                </a:lnTo>
                <a:lnTo>
                  <a:pt x="1529702" y="1529702"/>
                </a:lnTo>
                <a:lnTo>
                  <a:pt x="0" y="152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19023" y="1381840"/>
            <a:ext cx="4907801" cy="874481"/>
          </a:xfrm>
          <a:custGeom>
            <a:avLst/>
            <a:gdLst/>
            <a:ahLst/>
            <a:cxnLst/>
            <a:rect l="l" t="t" r="r" b="b"/>
            <a:pathLst>
              <a:path w="4907801" h="874481">
                <a:moveTo>
                  <a:pt x="0" y="0"/>
                </a:moveTo>
                <a:lnTo>
                  <a:pt x="4907801" y="0"/>
                </a:lnTo>
                <a:lnTo>
                  <a:pt x="4907801" y="874481"/>
                </a:lnTo>
                <a:lnTo>
                  <a:pt x="0" y="874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44344" y="731163"/>
            <a:ext cx="5270840" cy="1840002"/>
          </a:xfrm>
          <a:custGeom>
            <a:avLst/>
            <a:gdLst/>
            <a:ahLst/>
            <a:cxnLst/>
            <a:rect l="l" t="t" r="r" b="b"/>
            <a:pathLst>
              <a:path w="5270840" h="1840002">
                <a:moveTo>
                  <a:pt x="0" y="0"/>
                </a:moveTo>
                <a:lnTo>
                  <a:pt x="5270840" y="0"/>
                </a:lnTo>
                <a:lnTo>
                  <a:pt x="5270840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779764" y="1077076"/>
            <a:ext cx="4233199" cy="1477771"/>
          </a:xfrm>
          <a:custGeom>
            <a:avLst/>
            <a:gdLst/>
            <a:ahLst/>
            <a:cxnLst/>
            <a:rect l="l" t="t" r="r" b="b"/>
            <a:pathLst>
              <a:path w="4233199" h="1477771">
                <a:moveTo>
                  <a:pt x="0" y="0"/>
                </a:moveTo>
                <a:lnTo>
                  <a:pt x="4233199" y="0"/>
                </a:lnTo>
                <a:lnTo>
                  <a:pt x="4233199" y="1477771"/>
                </a:lnTo>
                <a:lnTo>
                  <a:pt x="0" y="14777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8937579" y="981073"/>
            <a:ext cx="3760718" cy="670092"/>
          </a:xfrm>
          <a:custGeom>
            <a:avLst/>
            <a:gdLst/>
            <a:ahLst/>
            <a:cxnLst/>
            <a:rect l="l" t="t" r="r" b="b"/>
            <a:pathLst>
              <a:path w="3760718" h="670092">
                <a:moveTo>
                  <a:pt x="3760718" y="0"/>
                </a:moveTo>
                <a:lnTo>
                  <a:pt x="0" y="0"/>
                </a:lnTo>
                <a:lnTo>
                  <a:pt x="0" y="670091"/>
                </a:lnTo>
                <a:lnTo>
                  <a:pt x="3760718" y="670091"/>
                </a:lnTo>
                <a:lnTo>
                  <a:pt x="376071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6536" y="4153994"/>
            <a:ext cx="11187008" cy="6128433"/>
          </a:xfrm>
          <a:custGeom>
            <a:avLst/>
            <a:gdLst/>
            <a:ahLst/>
            <a:cxnLst/>
            <a:rect l="l" t="t" r="r" b="b"/>
            <a:pathLst>
              <a:path w="11187008" h="6128433">
                <a:moveTo>
                  <a:pt x="0" y="0"/>
                </a:moveTo>
                <a:lnTo>
                  <a:pt x="11187007" y="0"/>
                </a:lnTo>
                <a:lnTo>
                  <a:pt x="11187007" y="6128434"/>
                </a:lnTo>
                <a:lnTo>
                  <a:pt x="0" y="61284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1160471" y="4158567"/>
            <a:ext cx="11187008" cy="6128433"/>
          </a:xfrm>
          <a:custGeom>
            <a:avLst/>
            <a:gdLst/>
            <a:ahLst/>
            <a:cxnLst/>
            <a:rect l="l" t="t" r="r" b="b"/>
            <a:pathLst>
              <a:path w="11187008" h="6128433">
                <a:moveTo>
                  <a:pt x="11187008" y="0"/>
                </a:moveTo>
                <a:lnTo>
                  <a:pt x="0" y="0"/>
                </a:lnTo>
                <a:lnTo>
                  <a:pt x="0" y="6128433"/>
                </a:lnTo>
                <a:lnTo>
                  <a:pt x="11187008" y="6128433"/>
                </a:lnTo>
                <a:lnTo>
                  <a:pt x="1118700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80825" y="7901832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1" y="0"/>
                </a:lnTo>
                <a:lnTo>
                  <a:pt x="21097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502924" y="1992876"/>
            <a:ext cx="12869307" cy="372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0"/>
              </a:lnSpc>
              <a:spcBef>
                <a:spcPct val="0"/>
              </a:spcBef>
            </a:pPr>
            <a:r>
              <a:rPr lang="en-US" sz="10300" dirty="0" smtClean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Shooter game</a:t>
            </a:r>
            <a:endParaRPr lang="en-US" sz="103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026289" y="7518681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081174" y="8332413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136059" y="7726935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565830" y="8112226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772923" y="8112226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1" y="0"/>
                </a:lnTo>
                <a:lnTo>
                  <a:pt x="21097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827808" y="8332413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1" y="0"/>
                </a:lnTo>
                <a:lnTo>
                  <a:pt x="21097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882694" y="7901832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937579" y="8435225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959301" y="7303713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6097507" y="7726935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042622" y="7518681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5790799" y="8435225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987737" y="8112226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932852" y="8332413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836746" y="7901832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935215" y="8332413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965832" y="7901832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-781071" y="7303713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2081174" y="2947281"/>
            <a:ext cx="758646" cy="758646"/>
          </a:xfrm>
          <a:custGeom>
            <a:avLst/>
            <a:gdLst/>
            <a:ahLst/>
            <a:cxnLst/>
            <a:rect l="l" t="t" r="r" b="b"/>
            <a:pathLst>
              <a:path w="758646" h="758646">
                <a:moveTo>
                  <a:pt x="0" y="0"/>
                </a:moveTo>
                <a:lnTo>
                  <a:pt x="758647" y="0"/>
                </a:lnTo>
                <a:lnTo>
                  <a:pt x="758647" y="758647"/>
                </a:lnTo>
                <a:lnTo>
                  <a:pt x="0" y="7586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704240" y="4472307"/>
            <a:ext cx="648920" cy="648920"/>
          </a:xfrm>
          <a:custGeom>
            <a:avLst/>
            <a:gdLst/>
            <a:ahLst/>
            <a:cxnLst/>
            <a:rect l="l" t="t" r="r" b="b"/>
            <a:pathLst>
              <a:path w="648920" h="648920">
                <a:moveTo>
                  <a:pt x="0" y="0"/>
                </a:moveTo>
                <a:lnTo>
                  <a:pt x="648920" y="0"/>
                </a:lnTo>
                <a:lnTo>
                  <a:pt x="648920" y="648920"/>
                </a:lnTo>
                <a:lnTo>
                  <a:pt x="0" y="648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flipH="1">
            <a:off x="1950880" y="5715703"/>
            <a:ext cx="611297" cy="611297"/>
          </a:xfrm>
          <a:custGeom>
            <a:avLst/>
            <a:gdLst/>
            <a:ahLst/>
            <a:cxnLst/>
            <a:rect l="l" t="t" r="r" b="b"/>
            <a:pathLst>
              <a:path w="611297" h="611297">
                <a:moveTo>
                  <a:pt x="611298" y="0"/>
                </a:moveTo>
                <a:lnTo>
                  <a:pt x="0" y="0"/>
                </a:lnTo>
                <a:lnTo>
                  <a:pt x="0" y="611297"/>
                </a:lnTo>
                <a:lnTo>
                  <a:pt x="611298" y="611297"/>
                </a:lnTo>
                <a:lnTo>
                  <a:pt x="61129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5322730" y="2947281"/>
            <a:ext cx="2884548" cy="2988975"/>
            <a:chOff x="0" y="0"/>
            <a:chExt cx="3846063" cy="39853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11529" cy="1011529"/>
            </a:xfrm>
            <a:custGeom>
              <a:avLst/>
              <a:gdLst/>
              <a:ahLst/>
              <a:cxnLst/>
              <a:rect l="l" t="t" r="r" b="b"/>
              <a:pathLst>
                <a:path w="1011529" h="1011529">
                  <a:moveTo>
                    <a:pt x="0" y="0"/>
                  </a:moveTo>
                  <a:lnTo>
                    <a:pt x="1011529" y="0"/>
                  </a:lnTo>
                  <a:lnTo>
                    <a:pt x="1011529" y="1011529"/>
                  </a:lnTo>
                  <a:lnTo>
                    <a:pt x="0" y="1011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 flipH="1">
              <a:off x="825431" y="3241546"/>
              <a:ext cx="743753" cy="743753"/>
            </a:xfrm>
            <a:custGeom>
              <a:avLst/>
              <a:gdLst/>
              <a:ahLst/>
              <a:cxnLst/>
              <a:rect l="l" t="t" r="r" b="b"/>
              <a:pathLst>
                <a:path w="743753" h="743753">
                  <a:moveTo>
                    <a:pt x="743753" y="0"/>
                  </a:moveTo>
                  <a:lnTo>
                    <a:pt x="0" y="0"/>
                  </a:lnTo>
                  <a:lnTo>
                    <a:pt x="0" y="743754"/>
                  </a:lnTo>
                  <a:lnTo>
                    <a:pt x="743753" y="743754"/>
                  </a:lnTo>
                  <a:lnTo>
                    <a:pt x="743753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Freeform 36"/>
            <p:cNvSpPr/>
            <p:nvPr/>
          </p:nvSpPr>
          <p:spPr>
            <a:xfrm>
              <a:off x="3102310" y="1722227"/>
              <a:ext cx="743753" cy="743753"/>
            </a:xfrm>
            <a:custGeom>
              <a:avLst/>
              <a:gdLst/>
              <a:ahLst/>
              <a:cxnLst/>
              <a:rect l="l" t="t" r="r" b="b"/>
              <a:pathLst>
                <a:path w="743753" h="743753">
                  <a:moveTo>
                    <a:pt x="0" y="0"/>
                  </a:moveTo>
                  <a:lnTo>
                    <a:pt x="743753" y="0"/>
                  </a:lnTo>
                  <a:lnTo>
                    <a:pt x="743753" y="743754"/>
                  </a:lnTo>
                  <a:lnTo>
                    <a:pt x="0" y="74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7" name="Freeform 37"/>
          <p:cNvSpPr/>
          <p:nvPr/>
        </p:nvSpPr>
        <p:spPr>
          <a:xfrm>
            <a:off x="7274572" y="731163"/>
            <a:ext cx="608122" cy="608122"/>
          </a:xfrm>
          <a:custGeom>
            <a:avLst/>
            <a:gdLst/>
            <a:ahLst/>
            <a:cxnLst/>
            <a:rect l="l" t="t" r="r" b="b"/>
            <a:pathLst>
              <a:path w="608122" h="608122">
                <a:moveTo>
                  <a:pt x="0" y="0"/>
                </a:moveTo>
                <a:lnTo>
                  <a:pt x="608122" y="0"/>
                </a:lnTo>
                <a:lnTo>
                  <a:pt x="608122" y="608122"/>
                </a:lnTo>
                <a:lnTo>
                  <a:pt x="0" y="6081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 flipH="1">
            <a:off x="10631154" y="2375165"/>
            <a:ext cx="608122" cy="608122"/>
          </a:xfrm>
          <a:custGeom>
            <a:avLst/>
            <a:gdLst/>
            <a:ahLst/>
            <a:cxnLst/>
            <a:rect l="l" t="t" r="r" b="b"/>
            <a:pathLst>
              <a:path w="608122" h="608122">
                <a:moveTo>
                  <a:pt x="608122" y="0"/>
                </a:moveTo>
                <a:lnTo>
                  <a:pt x="0" y="0"/>
                </a:lnTo>
                <a:lnTo>
                  <a:pt x="0" y="608122"/>
                </a:lnTo>
                <a:lnTo>
                  <a:pt x="608122" y="608122"/>
                </a:lnTo>
                <a:lnTo>
                  <a:pt x="60812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3998564" y="7111332"/>
            <a:ext cx="384761" cy="384761"/>
          </a:xfrm>
          <a:custGeom>
            <a:avLst/>
            <a:gdLst/>
            <a:ahLst/>
            <a:cxnLst/>
            <a:rect l="l" t="t" r="r" b="b"/>
            <a:pathLst>
              <a:path w="384761" h="384761">
                <a:moveTo>
                  <a:pt x="0" y="0"/>
                </a:moveTo>
                <a:lnTo>
                  <a:pt x="384761" y="0"/>
                </a:lnTo>
                <a:lnTo>
                  <a:pt x="384761" y="384761"/>
                </a:lnTo>
                <a:lnTo>
                  <a:pt x="0" y="3847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 flipH="1">
            <a:off x="6250667" y="6856765"/>
            <a:ext cx="577141" cy="577141"/>
          </a:xfrm>
          <a:custGeom>
            <a:avLst/>
            <a:gdLst/>
            <a:ahLst/>
            <a:cxnLst/>
            <a:rect l="l" t="t" r="r" b="b"/>
            <a:pathLst>
              <a:path w="577141" h="577141">
                <a:moveTo>
                  <a:pt x="577141" y="0"/>
                </a:moveTo>
                <a:lnTo>
                  <a:pt x="0" y="0"/>
                </a:lnTo>
                <a:lnTo>
                  <a:pt x="0" y="577142"/>
                </a:lnTo>
                <a:lnTo>
                  <a:pt x="577141" y="577142"/>
                </a:lnTo>
                <a:lnTo>
                  <a:pt x="57714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192234" y="6856765"/>
            <a:ext cx="560215" cy="560215"/>
          </a:xfrm>
          <a:custGeom>
            <a:avLst/>
            <a:gdLst/>
            <a:ahLst/>
            <a:cxnLst/>
            <a:rect l="l" t="t" r="r" b="b"/>
            <a:pathLst>
              <a:path w="560215" h="560215">
                <a:moveTo>
                  <a:pt x="0" y="0"/>
                </a:moveTo>
                <a:lnTo>
                  <a:pt x="560215" y="0"/>
                </a:lnTo>
                <a:lnTo>
                  <a:pt x="560215" y="560216"/>
                </a:lnTo>
                <a:lnTo>
                  <a:pt x="0" y="5602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1842112" y="7131675"/>
            <a:ext cx="604465" cy="604465"/>
          </a:xfrm>
          <a:custGeom>
            <a:avLst/>
            <a:gdLst/>
            <a:ahLst/>
            <a:cxnLst/>
            <a:rect l="l" t="t" r="r" b="b"/>
            <a:pathLst>
              <a:path w="604465" h="604465">
                <a:moveTo>
                  <a:pt x="0" y="0"/>
                </a:moveTo>
                <a:lnTo>
                  <a:pt x="604465" y="0"/>
                </a:lnTo>
                <a:lnTo>
                  <a:pt x="604465" y="604464"/>
                </a:lnTo>
                <a:lnTo>
                  <a:pt x="0" y="6044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 flipH="1">
            <a:off x="14219549" y="6585121"/>
            <a:ext cx="560215" cy="560215"/>
          </a:xfrm>
          <a:custGeom>
            <a:avLst/>
            <a:gdLst/>
            <a:ahLst/>
            <a:cxnLst/>
            <a:rect l="l" t="t" r="r" b="b"/>
            <a:pathLst>
              <a:path w="560215" h="560215">
                <a:moveTo>
                  <a:pt x="560215" y="0"/>
                </a:moveTo>
                <a:lnTo>
                  <a:pt x="0" y="0"/>
                </a:lnTo>
                <a:lnTo>
                  <a:pt x="0" y="560215"/>
                </a:lnTo>
                <a:lnTo>
                  <a:pt x="560215" y="560215"/>
                </a:lnTo>
                <a:lnTo>
                  <a:pt x="56021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flipH="1" flipV="1">
            <a:off x="17177463" y="6660396"/>
            <a:ext cx="557815" cy="557815"/>
          </a:xfrm>
          <a:custGeom>
            <a:avLst/>
            <a:gdLst/>
            <a:ahLst/>
            <a:cxnLst/>
            <a:rect l="l" t="t" r="r" b="b"/>
            <a:pathLst>
              <a:path w="557815" h="557815">
                <a:moveTo>
                  <a:pt x="557815" y="557815"/>
                </a:moveTo>
                <a:lnTo>
                  <a:pt x="0" y="557815"/>
                </a:lnTo>
                <a:lnTo>
                  <a:pt x="0" y="0"/>
                </a:lnTo>
                <a:lnTo>
                  <a:pt x="557815" y="0"/>
                </a:lnTo>
                <a:lnTo>
                  <a:pt x="557815" y="55781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5464953" y="2375165"/>
            <a:ext cx="615940" cy="615940"/>
          </a:xfrm>
          <a:custGeom>
            <a:avLst/>
            <a:gdLst/>
            <a:ahLst/>
            <a:cxnLst/>
            <a:rect l="l" t="t" r="r" b="b"/>
            <a:pathLst>
              <a:path w="615940" h="615940">
                <a:moveTo>
                  <a:pt x="0" y="0"/>
                </a:moveTo>
                <a:lnTo>
                  <a:pt x="615940" y="0"/>
                </a:lnTo>
                <a:lnTo>
                  <a:pt x="615940" y="615941"/>
                </a:lnTo>
                <a:lnTo>
                  <a:pt x="0" y="6159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36" y="4158567"/>
            <a:ext cx="22374015" cy="6128433"/>
            <a:chOff x="0" y="0"/>
            <a:chExt cx="29832020" cy="817124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4916010" cy="8171245"/>
            </a:xfrm>
            <a:custGeom>
              <a:avLst/>
              <a:gdLst/>
              <a:ahLst/>
              <a:cxnLst/>
              <a:rect l="l" t="t" r="r" b="b"/>
              <a:pathLst>
                <a:path w="14916010" h="8171245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H="1">
              <a:off x="14916010" y="0"/>
              <a:ext cx="14916010" cy="8171245"/>
            </a:xfrm>
            <a:custGeom>
              <a:avLst/>
              <a:gdLst/>
              <a:ahLst/>
              <a:cxnLst/>
              <a:rect l="l" t="t" r="r" b="b"/>
              <a:pathLst>
                <a:path w="14916010" h="8171245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0068020" y="9291108"/>
            <a:ext cx="3303035" cy="960883"/>
          </a:xfrm>
          <a:custGeom>
            <a:avLst/>
            <a:gdLst/>
            <a:ahLst/>
            <a:cxnLst/>
            <a:rect l="l" t="t" r="r" b="b"/>
            <a:pathLst>
              <a:path w="3303035" h="960883">
                <a:moveTo>
                  <a:pt x="0" y="0"/>
                </a:moveTo>
                <a:lnTo>
                  <a:pt x="3303035" y="0"/>
                </a:lnTo>
                <a:lnTo>
                  <a:pt x="3303035" y="960882"/>
                </a:lnTo>
                <a:lnTo>
                  <a:pt x="0" y="960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3082369" y="1330335"/>
            <a:ext cx="2458208" cy="2458208"/>
          </a:xfrm>
          <a:custGeom>
            <a:avLst/>
            <a:gdLst/>
            <a:ahLst/>
            <a:cxnLst/>
            <a:rect l="l" t="t" r="r" b="b"/>
            <a:pathLst>
              <a:path w="2458208" h="2458208">
                <a:moveTo>
                  <a:pt x="2458208" y="0"/>
                </a:moveTo>
                <a:lnTo>
                  <a:pt x="0" y="0"/>
                </a:lnTo>
                <a:lnTo>
                  <a:pt x="0" y="2458208"/>
                </a:lnTo>
                <a:lnTo>
                  <a:pt x="2458208" y="2458208"/>
                </a:lnTo>
                <a:lnTo>
                  <a:pt x="245820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561511" y="2080488"/>
            <a:ext cx="4384930" cy="1530739"/>
          </a:xfrm>
          <a:custGeom>
            <a:avLst/>
            <a:gdLst/>
            <a:ahLst/>
            <a:cxnLst/>
            <a:rect l="l" t="t" r="r" b="b"/>
            <a:pathLst>
              <a:path w="4384930" h="1530739">
                <a:moveTo>
                  <a:pt x="0" y="0"/>
                </a:moveTo>
                <a:lnTo>
                  <a:pt x="4384931" y="0"/>
                </a:lnTo>
                <a:lnTo>
                  <a:pt x="4384931" y="1530739"/>
                </a:lnTo>
                <a:lnTo>
                  <a:pt x="0" y="15307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591526" y="8981147"/>
            <a:ext cx="1095067" cy="1303651"/>
          </a:xfrm>
          <a:custGeom>
            <a:avLst/>
            <a:gdLst/>
            <a:ahLst/>
            <a:cxnLst/>
            <a:rect l="l" t="t" r="r" b="b"/>
            <a:pathLst>
              <a:path w="1095067" h="1303651">
                <a:moveTo>
                  <a:pt x="0" y="0"/>
                </a:moveTo>
                <a:lnTo>
                  <a:pt x="1095067" y="0"/>
                </a:lnTo>
                <a:lnTo>
                  <a:pt x="1095067" y="1303651"/>
                </a:lnTo>
                <a:lnTo>
                  <a:pt x="0" y="13036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504730" y="1768454"/>
            <a:ext cx="4325833" cy="770785"/>
          </a:xfrm>
          <a:custGeom>
            <a:avLst/>
            <a:gdLst/>
            <a:ahLst/>
            <a:cxnLst/>
            <a:rect l="l" t="t" r="r" b="b"/>
            <a:pathLst>
              <a:path w="4325833" h="770785">
                <a:moveTo>
                  <a:pt x="0" y="0"/>
                </a:moveTo>
                <a:lnTo>
                  <a:pt x="4325833" y="0"/>
                </a:lnTo>
                <a:lnTo>
                  <a:pt x="4325833" y="770785"/>
                </a:lnTo>
                <a:lnTo>
                  <a:pt x="0" y="7707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6806308" y="9138125"/>
            <a:ext cx="963206" cy="1146673"/>
          </a:xfrm>
          <a:custGeom>
            <a:avLst/>
            <a:gdLst/>
            <a:ahLst/>
            <a:cxnLst/>
            <a:rect l="l" t="t" r="r" b="b"/>
            <a:pathLst>
              <a:path w="963206" h="1146673">
                <a:moveTo>
                  <a:pt x="963205" y="0"/>
                </a:moveTo>
                <a:lnTo>
                  <a:pt x="0" y="0"/>
                </a:lnTo>
                <a:lnTo>
                  <a:pt x="0" y="1146673"/>
                </a:lnTo>
                <a:lnTo>
                  <a:pt x="963205" y="1146673"/>
                </a:lnTo>
                <a:lnTo>
                  <a:pt x="96320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65048" y="9291108"/>
            <a:ext cx="3415811" cy="993690"/>
          </a:xfrm>
          <a:custGeom>
            <a:avLst/>
            <a:gdLst/>
            <a:ahLst/>
            <a:cxnLst/>
            <a:rect l="l" t="t" r="r" b="b"/>
            <a:pathLst>
              <a:path w="3415811" h="993690">
                <a:moveTo>
                  <a:pt x="0" y="0"/>
                </a:moveTo>
                <a:lnTo>
                  <a:pt x="3415811" y="0"/>
                </a:lnTo>
                <a:lnTo>
                  <a:pt x="3415811" y="993690"/>
                </a:lnTo>
                <a:lnTo>
                  <a:pt x="0" y="99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-542181" y="9170932"/>
            <a:ext cx="3716138" cy="1081058"/>
          </a:xfrm>
          <a:custGeom>
            <a:avLst/>
            <a:gdLst/>
            <a:ahLst/>
            <a:cxnLst/>
            <a:rect l="l" t="t" r="r" b="b"/>
            <a:pathLst>
              <a:path w="3716138" h="1081058">
                <a:moveTo>
                  <a:pt x="3716138" y="0"/>
                </a:moveTo>
                <a:lnTo>
                  <a:pt x="0" y="0"/>
                </a:lnTo>
                <a:lnTo>
                  <a:pt x="0" y="1081058"/>
                </a:lnTo>
                <a:lnTo>
                  <a:pt x="3716138" y="1081058"/>
                </a:lnTo>
                <a:lnTo>
                  <a:pt x="37161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1719538" y="6088966"/>
            <a:ext cx="2725663" cy="3544006"/>
          </a:xfrm>
          <a:custGeom>
            <a:avLst/>
            <a:gdLst/>
            <a:ahLst/>
            <a:cxnLst/>
            <a:rect l="l" t="t" r="r" b="b"/>
            <a:pathLst>
              <a:path w="2725663" h="3544006">
                <a:moveTo>
                  <a:pt x="2725663" y="0"/>
                </a:moveTo>
                <a:lnTo>
                  <a:pt x="0" y="0"/>
                </a:lnTo>
                <a:lnTo>
                  <a:pt x="0" y="3544007"/>
                </a:lnTo>
                <a:lnTo>
                  <a:pt x="2725663" y="3544007"/>
                </a:lnTo>
                <a:lnTo>
                  <a:pt x="272566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4009959" y="4919043"/>
            <a:ext cx="3543572" cy="4607481"/>
          </a:xfrm>
          <a:custGeom>
            <a:avLst/>
            <a:gdLst/>
            <a:ahLst/>
            <a:cxnLst/>
            <a:rect l="l" t="t" r="r" b="b"/>
            <a:pathLst>
              <a:path w="3543572" h="4607481">
                <a:moveTo>
                  <a:pt x="3543572" y="0"/>
                </a:moveTo>
                <a:lnTo>
                  <a:pt x="0" y="0"/>
                </a:lnTo>
                <a:lnTo>
                  <a:pt x="0" y="4607481"/>
                </a:lnTo>
                <a:lnTo>
                  <a:pt x="3543572" y="4607481"/>
                </a:lnTo>
                <a:lnTo>
                  <a:pt x="354357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141786" y="9258300"/>
            <a:ext cx="3415811" cy="993690"/>
          </a:xfrm>
          <a:custGeom>
            <a:avLst/>
            <a:gdLst/>
            <a:ahLst/>
            <a:cxnLst/>
            <a:rect l="l" t="t" r="r" b="b"/>
            <a:pathLst>
              <a:path w="3415811" h="993690">
                <a:moveTo>
                  <a:pt x="0" y="0"/>
                </a:moveTo>
                <a:lnTo>
                  <a:pt x="3415811" y="0"/>
                </a:lnTo>
                <a:lnTo>
                  <a:pt x="3415811" y="993690"/>
                </a:lnTo>
                <a:lnTo>
                  <a:pt x="0" y="99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50232" y="2132311"/>
            <a:ext cx="11615531" cy="8015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What are Shooter Games</a:t>
            </a:r>
            <a:r>
              <a:rPr lang="en-US" sz="2400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?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Shooter games are a popular genre of video games where the primary objective involves combat using weapons, typically from a first-person (FPS) or third-person </a:t>
            </a:r>
            <a:r>
              <a:rPr lang="en-US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perspective.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Why are shooter games important in software engineering?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Excellent for understanding software engineering due to their demanding technical requirements: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Real-time systems: </a:t>
            </a: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Frame rate stability and low-latency input processing.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Networking: </a:t>
            </a: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Synchronizing game states across clients in multiplayer environments.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Physics engines: </a:t>
            </a: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Handling collision detection, projectile trajectories etc.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AI: </a:t>
            </a: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Designing intelligent enemy behaviors and pathfinding</a:t>
            </a:r>
            <a:r>
              <a:rPr lang="en-US" dirty="0" smtClean="0"/>
              <a:t>.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 smtClean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Problem Faced When Developing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Shooter games demand a delicate balance between performance, responsiveness, and immersion, posing unique challenges for software engineers. 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Aims of Research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28575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Investigate Architectural Patterns</a:t>
            </a:r>
          </a:p>
          <a:p>
            <a:pPr marL="28575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Evaluate Tools and Frameworks</a:t>
            </a:r>
          </a:p>
          <a:p>
            <a:pPr marL="28575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Bridge Theory and Practice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37393" y="735330"/>
            <a:ext cx="7291868" cy="8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dirty="0" err="1" smtClean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IntroductIon</a:t>
            </a:r>
            <a:endParaRPr lang="en-US" sz="5000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36" y="4158567"/>
            <a:ext cx="22374015" cy="6128433"/>
            <a:chOff x="0" y="0"/>
            <a:chExt cx="29832020" cy="817124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4916010" cy="8171245"/>
            </a:xfrm>
            <a:custGeom>
              <a:avLst/>
              <a:gdLst/>
              <a:ahLst/>
              <a:cxnLst/>
              <a:rect l="l" t="t" r="r" b="b"/>
              <a:pathLst>
                <a:path w="14916010" h="8171245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H="1">
              <a:off x="14916010" y="0"/>
              <a:ext cx="14916010" cy="8171245"/>
            </a:xfrm>
            <a:custGeom>
              <a:avLst/>
              <a:gdLst/>
              <a:ahLst/>
              <a:cxnLst/>
              <a:rect l="l" t="t" r="r" b="b"/>
              <a:pathLst>
                <a:path w="14916010" h="8171245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9144000" y="8907087"/>
            <a:ext cx="9144000" cy="1379913"/>
          </a:xfrm>
          <a:custGeom>
            <a:avLst/>
            <a:gdLst/>
            <a:ahLst/>
            <a:cxnLst/>
            <a:rect l="l" t="t" r="r" b="b"/>
            <a:pathLst>
              <a:path w="9144000" h="1379913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3781" y="3940516"/>
            <a:ext cx="5761549" cy="416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History and Evolution</a:t>
            </a:r>
            <a:r>
              <a:rPr lang="en-US" sz="2400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: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shooter game genre has deep roots that predate digital technology, originating from mechanical shooting galleries and carnival games in the late 19th century. Early 20th-century arcades featured electro-mechanical (EM) gun games like </a:t>
            </a:r>
            <a:r>
              <a:rPr lang="en-US" dirty="0" err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Seeburg</a:t>
            </a: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Ray-O-Lite (1930s), which used light sensors to detect hits, laying the groundwork for interactive shooting mechanics. The genre's transition to digital began with </a:t>
            </a:r>
            <a:r>
              <a:rPr lang="en-US" dirty="0" err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Spacewar</a:t>
            </a: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 (1962), the first shooter video game, where players-controlled spaceships in a duel. </a:t>
            </a:r>
          </a:p>
        </p:txBody>
      </p:sp>
      <p:sp>
        <p:nvSpPr>
          <p:cNvPr id="7" name="Freeform 7"/>
          <p:cNvSpPr/>
          <p:nvPr/>
        </p:nvSpPr>
        <p:spPr>
          <a:xfrm>
            <a:off x="66525" y="1077076"/>
            <a:ext cx="3474012" cy="1212746"/>
          </a:xfrm>
          <a:custGeom>
            <a:avLst/>
            <a:gdLst/>
            <a:ahLst/>
            <a:cxnLst/>
            <a:rect l="l" t="t" r="r" b="b"/>
            <a:pathLst>
              <a:path w="3474012" h="1212746">
                <a:moveTo>
                  <a:pt x="0" y="0"/>
                </a:moveTo>
                <a:lnTo>
                  <a:pt x="3474012" y="0"/>
                </a:lnTo>
                <a:lnTo>
                  <a:pt x="3474012" y="1212746"/>
                </a:lnTo>
                <a:lnTo>
                  <a:pt x="0" y="1212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860593" y="1415341"/>
            <a:ext cx="4907801" cy="874481"/>
          </a:xfrm>
          <a:custGeom>
            <a:avLst/>
            <a:gdLst/>
            <a:ahLst/>
            <a:cxnLst/>
            <a:rect l="l" t="t" r="r" b="b"/>
            <a:pathLst>
              <a:path w="4907801" h="874481">
                <a:moveTo>
                  <a:pt x="0" y="0"/>
                </a:moveTo>
                <a:lnTo>
                  <a:pt x="4907801" y="0"/>
                </a:lnTo>
                <a:lnTo>
                  <a:pt x="4907801" y="874481"/>
                </a:lnTo>
                <a:lnTo>
                  <a:pt x="0" y="8744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144344" y="731163"/>
            <a:ext cx="5270840" cy="1840002"/>
          </a:xfrm>
          <a:custGeom>
            <a:avLst/>
            <a:gdLst/>
            <a:ahLst/>
            <a:cxnLst/>
            <a:rect l="l" t="t" r="r" b="b"/>
            <a:pathLst>
              <a:path w="5270840" h="1840002">
                <a:moveTo>
                  <a:pt x="0" y="0"/>
                </a:moveTo>
                <a:lnTo>
                  <a:pt x="5270840" y="0"/>
                </a:lnTo>
                <a:lnTo>
                  <a:pt x="5270840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779764" y="1077076"/>
            <a:ext cx="4233199" cy="1477771"/>
          </a:xfrm>
          <a:custGeom>
            <a:avLst/>
            <a:gdLst/>
            <a:ahLst/>
            <a:cxnLst/>
            <a:rect l="l" t="t" r="r" b="b"/>
            <a:pathLst>
              <a:path w="4233199" h="1477771">
                <a:moveTo>
                  <a:pt x="0" y="0"/>
                </a:moveTo>
                <a:lnTo>
                  <a:pt x="4233199" y="0"/>
                </a:lnTo>
                <a:lnTo>
                  <a:pt x="4233199" y="1477771"/>
                </a:lnTo>
                <a:lnTo>
                  <a:pt x="0" y="147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8368497" y="990216"/>
            <a:ext cx="3890591" cy="693233"/>
          </a:xfrm>
          <a:custGeom>
            <a:avLst/>
            <a:gdLst/>
            <a:ahLst/>
            <a:cxnLst/>
            <a:rect l="l" t="t" r="r" b="b"/>
            <a:pathLst>
              <a:path w="3890591" h="693233">
                <a:moveTo>
                  <a:pt x="3890591" y="0"/>
                </a:moveTo>
                <a:lnTo>
                  <a:pt x="0" y="0"/>
                </a:lnTo>
                <a:lnTo>
                  <a:pt x="0" y="693233"/>
                </a:lnTo>
                <a:lnTo>
                  <a:pt x="3890591" y="693233"/>
                </a:lnTo>
                <a:lnTo>
                  <a:pt x="389059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0590" y="2654512"/>
            <a:ext cx="981424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 u="none" strike="noStrike" dirty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ABOUT </a:t>
            </a:r>
            <a:r>
              <a:rPr lang="en-US" sz="5000" u="none" strike="noStrike" dirty="0" smtClean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SHOOTER GAMES</a:t>
            </a:r>
            <a:endParaRPr lang="en-US" sz="5000" u="none" strike="noStrike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575325" y="3898367"/>
            <a:ext cx="5432607" cy="3526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Impact of Software Engineering on Shooter </a:t>
            </a:r>
            <a:r>
              <a:rPr lang="en-US" sz="2400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Games: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Software engineering plays a big role in how shooter games are planned, created, and improved. These games are not made randomly — they follow proper steps, tools, and techniques that software engineers use in many other real-world applications. This structured approach helps game developers build better games that are smooth, bug-free, and fun to play.</a:t>
            </a:r>
          </a:p>
        </p:txBody>
      </p:sp>
      <p:sp>
        <p:nvSpPr>
          <p:cNvPr id="14" name="Freeform 14"/>
          <p:cNvSpPr/>
          <p:nvPr/>
        </p:nvSpPr>
        <p:spPr>
          <a:xfrm>
            <a:off x="0" y="8907087"/>
            <a:ext cx="9144000" cy="1379913"/>
          </a:xfrm>
          <a:custGeom>
            <a:avLst/>
            <a:gdLst/>
            <a:ahLst/>
            <a:cxnLst/>
            <a:rect l="l" t="t" r="r" b="b"/>
            <a:pathLst>
              <a:path w="9144000" h="1379913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8700" y="8226136"/>
            <a:ext cx="5734243" cy="2064328"/>
          </a:xfrm>
          <a:custGeom>
            <a:avLst/>
            <a:gdLst/>
            <a:ahLst/>
            <a:cxnLst/>
            <a:rect l="l" t="t" r="r" b="b"/>
            <a:pathLst>
              <a:path w="5734243" h="2064328">
                <a:moveTo>
                  <a:pt x="0" y="0"/>
                </a:moveTo>
                <a:lnTo>
                  <a:pt x="5734243" y="0"/>
                </a:lnTo>
                <a:lnTo>
                  <a:pt x="5734243" y="2064328"/>
                </a:lnTo>
                <a:lnTo>
                  <a:pt x="0" y="20643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3"/>
          <p:cNvSpPr txBox="1"/>
          <p:nvPr/>
        </p:nvSpPr>
        <p:spPr>
          <a:xfrm>
            <a:off x="12594980" y="3914216"/>
            <a:ext cx="5442703" cy="4167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Technologies Commonly Used Game </a:t>
            </a:r>
            <a:r>
              <a:rPr lang="en-US" sz="2400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Development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Creating shooter games requires special tools called game engines and frameworks. These technologies help software engineers design, build, and test games more easily. Without them, making a game from scratch would take much more time and effort. Let’s look at some </a:t>
            </a:r>
            <a:r>
              <a:rPr lang="en-US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popular </a:t>
            </a: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tools used in shooter game </a:t>
            </a:r>
            <a:r>
              <a:rPr lang="en-US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development.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b="1" u="sng" dirty="0" smtClean="0">
                <a:solidFill>
                  <a:srgbClr val="FFFFFF"/>
                </a:solidFill>
                <a:latin typeface="Roboto"/>
                <a:ea typeface="Roboto"/>
              </a:rPr>
              <a:t>UNITY, UNREAL ENGINES AND DIRECTX, OPENGL</a:t>
            </a:r>
            <a:endParaRPr lang="en-US" b="1" u="sng" dirty="0"/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36" y="4158567"/>
            <a:ext cx="22374015" cy="6128433"/>
            <a:chOff x="0" y="0"/>
            <a:chExt cx="29832020" cy="817124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4916010" cy="8171245"/>
            </a:xfrm>
            <a:custGeom>
              <a:avLst/>
              <a:gdLst/>
              <a:ahLst/>
              <a:cxnLst/>
              <a:rect l="l" t="t" r="r" b="b"/>
              <a:pathLst>
                <a:path w="14916010" h="8171245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H="1">
              <a:off x="14916010" y="0"/>
              <a:ext cx="14916010" cy="8171245"/>
            </a:xfrm>
            <a:custGeom>
              <a:avLst/>
              <a:gdLst/>
              <a:ahLst/>
              <a:cxnLst/>
              <a:rect l="l" t="t" r="r" b="b"/>
              <a:pathLst>
                <a:path w="14916010" h="8171245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2539369" y="382886"/>
            <a:ext cx="2173870" cy="2173870"/>
          </a:xfrm>
          <a:custGeom>
            <a:avLst/>
            <a:gdLst/>
            <a:ahLst/>
            <a:cxnLst/>
            <a:rect l="l" t="t" r="r" b="b"/>
            <a:pathLst>
              <a:path w="2173870" h="2173870">
                <a:moveTo>
                  <a:pt x="0" y="0"/>
                </a:moveTo>
                <a:lnTo>
                  <a:pt x="2173870" y="0"/>
                </a:lnTo>
                <a:lnTo>
                  <a:pt x="2173870" y="2173870"/>
                </a:lnTo>
                <a:lnTo>
                  <a:pt x="0" y="2173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483319" y="9161128"/>
            <a:ext cx="2537827" cy="1125872"/>
          </a:xfrm>
          <a:custGeom>
            <a:avLst/>
            <a:gdLst/>
            <a:ahLst/>
            <a:cxnLst/>
            <a:rect l="l" t="t" r="r" b="b"/>
            <a:pathLst>
              <a:path w="2537827" h="1125872">
                <a:moveTo>
                  <a:pt x="0" y="0"/>
                </a:moveTo>
                <a:lnTo>
                  <a:pt x="2537827" y="0"/>
                </a:lnTo>
                <a:lnTo>
                  <a:pt x="2537827" y="1125872"/>
                </a:lnTo>
                <a:lnTo>
                  <a:pt x="0" y="11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32334" y="9161128"/>
            <a:ext cx="2537827" cy="1125872"/>
          </a:xfrm>
          <a:custGeom>
            <a:avLst/>
            <a:gdLst/>
            <a:ahLst/>
            <a:cxnLst/>
            <a:rect l="l" t="t" r="r" b="b"/>
            <a:pathLst>
              <a:path w="2537827" h="1125872">
                <a:moveTo>
                  <a:pt x="0" y="0"/>
                </a:moveTo>
                <a:lnTo>
                  <a:pt x="2537827" y="0"/>
                </a:lnTo>
                <a:lnTo>
                  <a:pt x="2537827" y="1125872"/>
                </a:lnTo>
                <a:lnTo>
                  <a:pt x="0" y="11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222586" y="9161128"/>
            <a:ext cx="2537827" cy="1125872"/>
          </a:xfrm>
          <a:custGeom>
            <a:avLst/>
            <a:gdLst/>
            <a:ahLst/>
            <a:cxnLst/>
            <a:rect l="l" t="t" r="r" b="b"/>
            <a:pathLst>
              <a:path w="2537827" h="1125872">
                <a:moveTo>
                  <a:pt x="0" y="0"/>
                </a:moveTo>
                <a:lnTo>
                  <a:pt x="2537827" y="0"/>
                </a:lnTo>
                <a:lnTo>
                  <a:pt x="2537827" y="1125872"/>
                </a:lnTo>
                <a:lnTo>
                  <a:pt x="0" y="11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1344010"/>
            <a:ext cx="3474012" cy="1212746"/>
          </a:xfrm>
          <a:custGeom>
            <a:avLst/>
            <a:gdLst/>
            <a:ahLst/>
            <a:cxnLst/>
            <a:rect l="l" t="t" r="r" b="b"/>
            <a:pathLst>
              <a:path w="3474012" h="1212746">
                <a:moveTo>
                  <a:pt x="0" y="0"/>
                </a:moveTo>
                <a:lnTo>
                  <a:pt x="3474012" y="0"/>
                </a:lnTo>
                <a:lnTo>
                  <a:pt x="3474012" y="1212746"/>
                </a:lnTo>
                <a:lnTo>
                  <a:pt x="0" y="12127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794067" y="1682275"/>
            <a:ext cx="4907801" cy="874481"/>
          </a:xfrm>
          <a:custGeom>
            <a:avLst/>
            <a:gdLst/>
            <a:ahLst/>
            <a:cxnLst/>
            <a:rect l="l" t="t" r="r" b="b"/>
            <a:pathLst>
              <a:path w="4907801" h="874481">
                <a:moveTo>
                  <a:pt x="0" y="0"/>
                </a:moveTo>
                <a:lnTo>
                  <a:pt x="4907801" y="0"/>
                </a:lnTo>
                <a:lnTo>
                  <a:pt x="4907801" y="874481"/>
                </a:lnTo>
                <a:lnTo>
                  <a:pt x="0" y="8744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077819" y="998097"/>
            <a:ext cx="5270840" cy="1840002"/>
          </a:xfrm>
          <a:custGeom>
            <a:avLst/>
            <a:gdLst/>
            <a:ahLst/>
            <a:cxnLst/>
            <a:rect l="l" t="t" r="r" b="b"/>
            <a:pathLst>
              <a:path w="5270840" h="1840002">
                <a:moveTo>
                  <a:pt x="0" y="0"/>
                </a:moveTo>
                <a:lnTo>
                  <a:pt x="5270839" y="0"/>
                </a:lnTo>
                <a:lnTo>
                  <a:pt x="5270839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713239" y="1344010"/>
            <a:ext cx="4233199" cy="1477771"/>
          </a:xfrm>
          <a:custGeom>
            <a:avLst/>
            <a:gdLst/>
            <a:ahLst/>
            <a:cxnLst/>
            <a:rect l="l" t="t" r="r" b="b"/>
            <a:pathLst>
              <a:path w="4233199" h="1477771">
                <a:moveTo>
                  <a:pt x="0" y="0"/>
                </a:moveTo>
                <a:lnTo>
                  <a:pt x="4233199" y="0"/>
                </a:lnTo>
                <a:lnTo>
                  <a:pt x="4233199" y="1477771"/>
                </a:lnTo>
                <a:lnTo>
                  <a:pt x="0" y="14777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7944548" y="1224866"/>
            <a:ext cx="3890591" cy="693233"/>
          </a:xfrm>
          <a:custGeom>
            <a:avLst/>
            <a:gdLst/>
            <a:ahLst/>
            <a:cxnLst/>
            <a:rect l="l" t="t" r="r" b="b"/>
            <a:pathLst>
              <a:path w="3890591" h="693233">
                <a:moveTo>
                  <a:pt x="3890591" y="0"/>
                </a:moveTo>
                <a:lnTo>
                  <a:pt x="0" y="0"/>
                </a:lnTo>
                <a:lnTo>
                  <a:pt x="0" y="693232"/>
                </a:lnTo>
                <a:lnTo>
                  <a:pt x="3890591" y="693232"/>
                </a:lnTo>
                <a:lnTo>
                  <a:pt x="389059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969766" y="3312869"/>
            <a:ext cx="14270126" cy="811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dirty="0" smtClean="0">
                <a:solidFill>
                  <a:srgbClr val="FFFFFF"/>
                </a:solidFill>
                <a:latin typeface="Arcade Gamer"/>
                <a:ea typeface="Arcade Gamer"/>
                <a:cs typeface="Arcade Gamer"/>
              </a:rPr>
              <a:t>DesIgnIng OF A SHOOTER GAME</a:t>
            </a:r>
            <a:endParaRPr lang="en-US" sz="5000" dirty="0">
              <a:solidFill>
                <a:srgbClr val="FFFFFF"/>
              </a:solidFill>
              <a:latin typeface="Arcade Gamer"/>
              <a:ea typeface="Arcade Gamer"/>
              <a:cs typeface="Arcade Gam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94560" y="4958998"/>
            <a:ext cx="6459183" cy="416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Structure of Modern Shooter </a:t>
            </a:r>
            <a:r>
              <a:rPr lang="en-US" sz="2400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Games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These games adhere to core software engineering principles while scaling to meet the demands of complex gameplay systems, high- fidelity graphics, and networked multiplayer functionality. Below is an analysis of the key architectural elements found in professional shooter game development: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 smtClean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28575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Game Loop Architecture</a:t>
            </a:r>
          </a:p>
          <a:p>
            <a:pPr marL="28575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Collision Detection and Physics</a:t>
            </a:r>
          </a:p>
          <a:p>
            <a:pPr marL="28575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Game State Management</a:t>
            </a:r>
          </a:p>
          <a:p>
            <a:pPr marL="28575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Industry-Standard </a:t>
            </a:r>
            <a:r>
              <a:rPr lang="en-US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Optimizations</a:t>
            </a: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-1508489" y="9161128"/>
            <a:ext cx="8277094" cy="1125872"/>
            <a:chOff x="0" y="0"/>
            <a:chExt cx="11036125" cy="15011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83769" cy="1501163"/>
            </a:xfrm>
            <a:custGeom>
              <a:avLst/>
              <a:gdLst/>
              <a:ahLst/>
              <a:cxnLst/>
              <a:rect l="l" t="t" r="r" b="b"/>
              <a:pathLst>
                <a:path w="3383769" h="1501163">
                  <a:moveTo>
                    <a:pt x="0" y="0"/>
                  </a:moveTo>
                  <a:lnTo>
                    <a:pt x="3383769" y="0"/>
                  </a:lnTo>
                  <a:lnTo>
                    <a:pt x="3383769" y="1501163"/>
                  </a:lnTo>
                  <a:lnTo>
                    <a:pt x="0" y="15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3798687" y="0"/>
              <a:ext cx="3383769" cy="1501163"/>
            </a:xfrm>
            <a:custGeom>
              <a:avLst/>
              <a:gdLst/>
              <a:ahLst/>
              <a:cxnLst/>
              <a:rect l="l" t="t" r="r" b="b"/>
              <a:pathLst>
                <a:path w="3383769" h="1501163">
                  <a:moveTo>
                    <a:pt x="0" y="0"/>
                  </a:moveTo>
                  <a:lnTo>
                    <a:pt x="3383769" y="0"/>
                  </a:lnTo>
                  <a:lnTo>
                    <a:pt x="3383769" y="1501163"/>
                  </a:lnTo>
                  <a:lnTo>
                    <a:pt x="0" y="15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7652356" y="0"/>
              <a:ext cx="3383769" cy="1501163"/>
            </a:xfrm>
            <a:custGeom>
              <a:avLst/>
              <a:gdLst/>
              <a:ahLst/>
              <a:cxnLst/>
              <a:rect l="l" t="t" r="r" b="b"/>
              <a:pathLst>
                <a:path w="3383769" h="1501163">
                  <a:moveTo>
                    <a:pt x="0" y="0"/>
                  </a:moveTo>
                  <a:lnTo>
                    <a:pt x="3383769" y="0"/>
                  </a:lnTo>
                  <a:lnTo>
                    <a:pt x="3383769" y="1501163"/>
                  </a:lnTo>
                  <a:lnTo>
                    <a:pt x="0" y="15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9721230" y="4958998"/>
            <a:ext cx="6485662" cy="416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Project </a:t>
            </a:r>
            <a:r>
              <a:rPr lang="en-US" sz="2400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Methodology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development of modern shooter games typically follows an iterative, milestone-driven approach, prioritizing core gameplay mechanics before refining secondary features. This methodology mirrors industry </a:t>
            </a:r>
            <a:r>
              <a:rPr lang="en-US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practices, </a:t>
            </a: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where foundational systems are established first, then expanded upon through successive iterations. </a:t>
            </a:r>
            <a:endParaRPr lang="en-US" dirty="0" smtClean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28575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Setup and Foundation</a:t>
            </a:r>
          </a:p>
          <a:p>
            <a:pPr marL="28575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Player and Enemy Mechanics</a:t>
            </a:r>
          </a:p>
          <a:p>
            <a:pPr marL="28575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Shooting and Collision Logic</a:t>
            </a:r>
          </a:p>
          <a:p>
            <a:pPr marL="28575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Game Loop and Systems Integration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36" y="4158567"/>
            <a:ext cx="22374015" cy="6128433"/>
            <a:chOff x="0" y="0"/>
            <a:chExt cx="29832020" cy="817124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4916010" cy="8171245"/>
            </a:xfrm>
            <a:custGeom>
              <a:avLst/>
              <a:gdLst/>
              <a:ahLst/>
              <a:cxnLst/>
              <a:rect l="l" t="t" r="r" b="b"/>
              <a:pathLst>
                <a:path w="14916010" h="8171245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H="1">
              <a:off x="14916010" y="0"/>
              <a:ext cx="14916010" cy="8171245"/>
            </a:xfrm>
            <a:custGeom>
              <a:avLst/>
              <a:gdLst/>
              <a:ahLst/>
              <a:cxnLst/>
              <a:rect l="l" t="t" r="r" b="b"/>
              <a:pathLst>
                <a:path w="14916010" h="8171245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26536" y="5679519"/>
            <a:ext cx="3543572" cy="4607481"/>
          </a:xfrm>
          <a:custGeom>
            <a:avLst/>
            <a:gdLst/>
            <a:ahLst/>
            <a:cxnLst/>
            <a:rect l="l" t="t" r="r" b="b"/>
            <a:pathLst>
              <a:path w="3543572" h="4607481">
                <a:moveTo>
                  <a:pt x="0" y="0"/>
                </a:moveTo>
                <a:lnTo>
                  <a:pt x="3543571" y="0"/>
                </a:lnTo>
                <a:lnTo>
                  <a:pt x="3543571" y="4607481"/>
                </a:lnTo>
                <a:lnTo>
                  <a:pt x="0" y="4607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998263" y="8447940"/>
            <a:ext cx="1758810" cy="1839060"/>
          </a:xfrm>
          <a:custGeom>
            <a:avLst/>
            <a:gdLst/>
            <a:ahLst/>
            <a:cxnLst/>
            <a:rect l="l" t="t" r="r" b="b"/>
            <a:pathLst>
              <a:path w="1758810" h="1839060">
                <a:moveTo>
                  <a:pt x="0" y="0"/>
                </a:moveTo>
                <a:lnTo>
                  <a:pt x="1758811" y="0"/>
                </a:lnTo>
                <a:lnTo>
                  <a:pt x="1758811" y="1839060"/>
                </a:lnTo>
                <a:lnTo>
                  <a:pt x="0" y="1839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77063" y="2000038"/>
            <a:ext cx="1132521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FFFFFF"/>
                </a:solidFill>
                <a:latin typeface="Arcade Gamer"/>
                <a:ea typeface="Arcade Gamer"/>
                <a:cs typeface="Arcade Gamer"/>
              </a:rPr>
              <a:t>Results and Discussion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41758" y="3351913"/>
            <a:ext cx="9191113" cy="192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What Was </a:t>
            </a:r>
            <a:r>
              <a:rPr lang="en-US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Built: 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</a:t>
            </a: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project culminated in a functional 2D space shooter prototype developed using SFML, demonstrating core mechanics common to the shooter genre. </a:t>
            </a:r>
            <a:endParaRPr lang="en-US" dirty="0" smtClean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Player Controls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Enemy System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Combat Mechanics</a:t>
            </a:r>
            <a:endParaRPr lang="en-US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3890246" y="5873597"/>
            <a:ext cx="677751" cy="67775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B6BA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981066" y="6030544"/>
            <a:ext cx="49611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998263" y="3374987"/>
            <a:ext cx="677751" cy="67775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999A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089083" y="3531935"/>
            <a:ext cx="49611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33741" y="5825972"/>
            <a:ext cx="9191113" cy="2885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Performance Test </a:t>
            </a:r>
            <a:r>
              <a:rPr lang="en-US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Results: 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</a:t>
            </a: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prototype was evaluated under typical gameplay conditions to assess its efficiency. Key metrics from the provided data include:</a:t>
            </a: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Frame </a:t>
            </a: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Rate </a:t>
            </a:r>
            <a:r>
              <a:rPr lang="en-US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Stability: </a:t>
            </a:r>
          </a:p>
          <a:p>
            <a:pPr marL="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Target: 60 FPS </a:t>
            </a:r>
          </a:p>
          <a:p>
            <a:pPr marL="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Observed: 75-90 FPS </a:t>
            </a:r>
          </a:p>
          <a:p>
            <a:pPr marL="0" lvl="1" algn="just">
              <a:lnSpc>
                <a:spcPts val="2520"/>
              </a:lnSpc>
              <a:spcBef>
                <a:spcPct val="0"/>
              </a:spcBef>
            </a:pPr>
            <a:r>
              <a:rPr lang="en-US" b="1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GPU </a:t>
            </a:r>
            <a:r>
              <a:rPr lang="en-US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and CPU Utilization</a:t>
            </a:r>
            <a:r>
              <a:rPr lang="en-US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:</a:t>
            </a:r>
          </a:p>
          <a:p>
            <a:pPr marL="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GPU Usage: 48%</a:t>
            </a:r>
          </a:p>
          <a:p>
            <a:pPr marL="0" lvl="1" indent="-285750" algn="just">
              <a:lnSpc>
                <a:spcPts val="25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CPU Usage: 56%</a:t>
            </a:r>
          </a:p>
        </p:txBody>
      </p:sp>
      <p:sp>
        <p:nvSpPr>
          <p:cNvPr id="24" name="Freeform 24"/>
          <p:cNvSpPr/>
          <p:nvPr/>
        </p:nvSpPr>
        <p:spPr>
          <a:xfrm flipH="1">
            <a:off x="14744428" y="5635793"/>
            <a:ext cx="3543572" cy="4607481"/>
          </a:xfrm>
          <a:custGeom>
            <a:avLst/>
            <a:gdLst/>
            <a:ahLst/>
            <a:cxnLst/>
            <a:rect l="l" t="t" r="r" b="b"/>
            <a:pathLst>
              <a:path w="3543572" h="4607481">
                <a:moveTo>
                  <a:pt x="3543572" y="0"/>
                </a:moveTo>
                <a:lnTo>
                  <a:pt x="0" y="0"/>
                </a:lnTo>
                <a:lnTo>
                  <a:pt x="0" y="4607481"/>
                </a:lnTo>
                <a:lnTo>
                  <a:pt x="3543572" y="4607481"/>
                </a:lnTo>
                <a:lnTo>
                  <a:pt x="354357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312694" y="8620537"/>
            <a:ext cx="3419561" cy="1622737"/>
          </a:xfrm>
          <a:custGeom>
            <a:avLst/>
            <a:gdLst/>
            <a:ahLst/>
            <a:cxnLst/>
            <a:rect l="l" t="t" r="r" b="b"/>
            <a:pathLst>
              <a:path w="3419561" h="1622737">
                <a:moveTo>
                  <a:pt x="0" y="0"/>
                </a:moveTo>
                <a:lnTo>
                  <a:pt x="3419561" y="0"/>
                </a:lnTo>
                <a:lnTo>
                  <a:pt x="3419561" y="1622737"/>
                </a:lnTo>
                <a:lnTo>
                  <a:pt x="0" y="16227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-762000" y="1617673"/>
            <a:ext cx="3474012" cy="1212746"/>
          </a:xfrm>
          <a:custGeom>
            <a:avLst/>
            <a:gdLst/>
            <a:ahLst/>
            <a:cxnLst/>
            <a:rect l="l" t="t" r="r" b="b"/>
            <a:pathLst>
              <a:path w="3474012" h="1212746">
                <a:moveTo>
                  <a:pt x="0" y="0"/>
                </a:moveTo>
                <a:lnTo>
                  <a:pt x="3474012" y="0"/>
                </a:lnTo>
                <a:lnTo>
                  <a:pt x="3474012" y="1212746"/>
                </a:lnTo>
                <a:lnTo>
                  <a:pt x="0" y="12127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4532871" y="1579952"/>
            <a:ext cx="5270840" cy="1840002"/>
          </a:xfrm>
          <a:custGeom>
            <a:avLst/>
            <a:gdLst/>
            <a:ahLst/>
            <a:cxnLst/>
            <a:rect l="l" t="t" r="r" b="b"/>
            <a:pathLst>
              <a:path w="5270840" h="1840002">
                <a:moveTo>
                  <a:pt x="0" y="0"/>
                </a:moveTo>
                <a:lnTo>
                  <a:pt x="5270840" y="0"/>
                </a:lnTo>
                <a:lnTo>
                  <a:pt x="5270840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flipH="1">
            <a:off x="10444250" y="590882"/>
            <a:ext cx="3890591" cy="693233"/>
          </a:xfrm>
          <a:custGeom>
            <a:avLst/>
            <a:gdLst/>
            <a:ahLst/>
            <a:cxnLst/>
            <a:rect l="l" t="t" r="r" b="b"/>
            <a:pathLst>
              <a:path w="3890591" h="693233">
                <a:moveTo>
                  <a:pt x="3890591" y="0"/>
                </a:moveTo>
                <a:lnTo>
                  <a:pt x="0" y="0"/>
                </a:lnTo>
                <a:lnTo>
                  <a:pt x="0" y="693233"/>
                </a:lnTo>
                <a:lnTo>
                  <a:pt x="3890591" y="693233"/>
                </a:lnTo>
                <a:lnTo>
                  <a:pt x="389059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27"/>
          <p:cNvSpPr/>
          <p:nvPr/>
        </p:nvSpPr>
        <p:spPr>
          <a:xfrm>
            <a:off x="3276600" y="-779821"/>
            <a:ext cx="5270840" cy="1840002"/>
          </a:xfrm>
          <a:custGeom>
            <a:avLst/>
            <a:gdLst/>
            <a:ahLst/>
            <a:cxnLst/>
            <a:rect l="l" t="t" r="r" b="b"/>
            <a:pathLst>
              <a:path w="5270840" h="1840002">
                <a:moveTo>
                  <a:pt x="0" y="0"/>
                </a:moveTo>
                <a:lnTo>
                  <a:pt x="5270840" y="0"/>
                </a:lnTo>
                <a:lnTo>
                  <a:pt x="5270840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536" y="4158567"/>
            <a:ext cx="22374015" cy="6128433"/>
            <a:chOff x="0" y="0"/>
            <a:chExt cx="29832020" cy="817124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4916010" cy="8171245"/>
            </a:xfrm>
            <a:custGeom>
              <a:avLst/>
              <a:gdLst/>
              <a:ahLst/>
              <a:cxnLst/>
              <a:rect l="l" t="t" r="r" b="b"/>
              <a:pathLst>
                <a:path w="14916010" h="8171245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H="1">
              <a:off x="14916010" y="0"/>
              <a:ext cx="14916010" cy="8171245"/>
            </a:xfrm>
            <a:custGeom>
              <a:avLst/>
              <a:gdLst/>
              <a:ahLst/>
              <a:cxnLst/>
              <a:rect l="l" t="t" r="r" b="b"/>
              <a:pathLst>
                <a:path w="14916010" h="8171245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=""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26536" y="5535990"/>
            <a:ext cx="4362291" cy="4751010"/>
          </a:xfrm>
          <a:custGeom>
            <a:avLst/>
            <a:gdLst/>
            <a:ahLst/>
            <a:cxnLst/>
            <a:rect l="l" t="t" r="r" b="b"/>
            <a:pathLst>
              <a:path w="4362291" h="4751010">
                <a:moveTo>
                  <a:pt x="0" y="0"/>
                </a:moveTo>
                <a:lnTo>
                  <a:pt x="4362290" y="0"/>
                </a:lnTo>
                <a:lnTo>
                  <a:pt x="4362290" y="4751010"/>
                </a:lnTo>
                <a:lnTo>
                  <a:pt x="0" y="4751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2703659" y="1624483"/>
            <a:ext cx="2697380" cy="2697380"/>
          </a:xfrm>
          <a:custGeom>
            <a:avLst/>
            <a:gdLst/>
            <a:ahLst/>
            <a:cxnLst/>
            <a:rect l="l" t="t" r="r" b="b"/>
            <a:pathLst>
              <a:path w="2697380" h="2697380">
                <a:moveTo>
                  <a:pt x="2697380" y="0"/>
                </a:moveTo>
                <a:lnTo>
                  <a:pt x="0" y="0"/>
                </a:lnTo>
                <a:lnTo>
                  <a:pt x="0" y="2697380"/>
                </a:lnTo>
                <a:lnTo>
                  <a:pt x="2697380" y="2697380"/>
                </a:lnTo>
                <a:lnTo>
                  <a:pt x="269738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-1166400" y="2279941"/>
            <a:ext cx="4819218" cy="1682345"/>
          </a:xfrm>
          <a:custGeom>
            <a:avLst/>
            <a:gdLst/>
            <a:ahLst/>
            <a:cxnLst/>
            <a:rect l="l" t="t" r="r" b="b"/>
            <a:pathLst>
              <a:path w="4819218" h="1682345">
                <a:moveTo>
                  <a:pt x="4819217" y="0"/>
                </a:moveTo>
                <a:lnTo>
                  <a:pt x="0" y="0"/>
                </a:lnTo>
                <a:lnTo>
                  <a:pt x="0" y="1682345"/>
                </a:lnTo>
                <a:lnTo>
                  <a:pt x="4819217" y="1682345"/>
                </a:lnTo>
                <a:lnTo>
                  <a:pt x="481921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567435" y="1596796"/>
            <a:ext cx="6054336" cy="8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 u="none" strike="noStrike" dirty="0" smtClean="0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ConclusIon</a:t>
            </a:r>
            <a:endParaRPr lang="en-US" sz="5000" u="none" strike="noStrike" dirty="0">
              <a:solidFill>
                <a:srgbClr val="FFFFFF"/>
              </a:solidFill>
              <a:latin typeface="Arcade Gamer"/>
              <a:ea typeface="Arcade Gamer"/>
              <a:cs typeface="Arcade Gamer"/>
              <a:sym typeface="Arcade Game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467401" y="3484177"/>
            <a:ext cx="8419913" cy="4488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project demonstrated the effective application of core software engineering principles in game development. A modular architecture was implemented, cleanly separating concerns such as input handling, game logic, and rendering—mirroring industry-standard patterns seen in commercial engines. Object-oriented design principles were applied through encapsulation of game state and behavior within dedicated classes</a:t>
            </a:r>
            <a:r>
              <a:rPr lang="en-US" dirty="0" smtClean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collision system, though simplified, highlighted the importance of algorithmic efficiency. Performance-conscious decisions, such as optimizing entity removal and minimizing dynamic allocations, reflected lessons from professional game development, where frame-time consistency is critical. These approaches not only facilitated the prototype's development but also established a foundation for scalable expansion, illustrating how even minimal implementations can embody robust software engineering.</a:t>
            </a:r>
          </a:p>
        </p:txBody>
      </p:sp>
      <p:sp>
        <p:nvSpPr>
          <p:cNvPr id="28" name="Freeform 28"/>
          <p:cNvSpPr/>
          <p:nvPr/>
        </p:nvSpPr>
        <p:spPr>
          <a:xfrm>
            <a:off x="3652817" y="7332535"/>
            <a:ext cx="2712736" cy="2954465"/>
          </a:xfrm>
          <a:custGeom>
            <a:avLst/>
            <a:gdLst/>
            <a:ahLst/>
            <a:cxnLst/>
            <a:rect l="l" t="t" r="r" b="b"/>
            <a:pathLst>
              <a:path w="2712736" h="2954465">
                <a:moveTo>
                  <a:pt x="0" y="0"/>
                </a:moveTo>
                <a:lnTo>
                  <a:pt x="2712736" y="0"/>
                </a:lnTo>
                <a:lnTo>
                  <a:pt x="2712736" y="2954465"/>
                </a:lnTo>
                <a:lnTo>
                  <a:pt x="0" y="2954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flipH="1">
            <a:off x="4420257" y="2405337"/>
            <a:ext cx="3890591" cy="693233"/>
          </a:xfrm>
          <a:custGeom>
            <a:avLst/>
            <a:gdLst/>
            <a:ahLst/>
            <a:cxnLst/>
            <a:rect l="l" t="t" r="r" b="b"/>
            <a:pathLst>
              <a:path w="3890591" h="693233">
                <a:moveTo>
                  <a:pt x="3890592" y="0"/>
                </a:moveTo>
                <a:lnTo>
                  <a:pt x="0" y="0"/>
                </a:lnTo>
                <a:lnTo>
                  <a:pt x="0" y="693233"/>
                </a:lnTo>
                <a:lnTo>
                  <a:pt x="3890592" y="693233"/>
                </a:lnTo>
                <a:lnTo>
                  <a:pt x="389059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8481650" y="7222783"/>
            <a:ext cx="631771" cy="631771"/>
          </a:xfrm>
          <a:custGeom>
            <a:avLst/>
            <a:gdLst/>
            <a:ahLst/>
            <a:cxnLst/>
            <a:rect l="l" t="t" r="r" b="b"/>
            <a:pathLst>
              <a:path w="631771" h="631771">
                <a:moveTo>
                  <a:pt x="0" y="0"/>
                </a:moveTo>
                <a:lnTo>
                  <a:pt x="631772" y="0"/>
                </a:lnTo>
                <a:lnTo>
                  <a:pt x="631772" y="631771"/>
                </a:lnTo>
                <a:lnTo>
                  <a:pt x="0" y="6317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flipH="1">
            <a:off x="8997190" y="9247358"/>
            <a:ext cx="464527" cy="464527"/>
          </a:xfrm>
          <a:custGeom>
            <a:avLst/>
            <a:gdLst/>
            <a:ahLst/>
            <a:cxnLst/>
            <a:rect l="l" t="t" r="r" b="b"/>
            <a:pathLst>
              <a:path w="464527" h="464527">
                <a:moveTo>
                  <a:pt x="464527" y="0"/>
                </a:moveTo>
                <a:lnTo>
                  <a:pt x="0" y="0"/>
                </a:lnTo>
                <a:lnTo>
                  <a:pt x="0" y="464527"/>
                </a:lnTo>
                <a:lnTo>
                  <a:pt x="464527" y="464527"/>
                </a:lnTo>
                <a:lnTo>
                  <a:pt x="46452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1808942" y="8292495"/>
            <a:ext cx="464527" cy="464527"/>
          </a:xfrm>
          <a:custGeom>
            <a:avLst/>
            <a:gdLst/>
            <a:ahLst/>
            <a:cxnLst/>
            <a:rect l="l" t="t" r="r" b="b"/>
            <a:pathLst>
              <a:path w="464527" h="464527">
                <a:moveTo>
                  <a:pt x="0" y="0"/>
                </a:moveTo>
                <a:lnTo>
                  <a:pt x="464527" y="0"/>
                </a:lnTo>
                <a:lnTo>
                  <a:pt x="464527" y="464527"/>
                </a:lnTo>
                <a:lnTo>
                  <a:pt x="0" y="4645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 flipH="1">
            <a:off x="14812373" y="9088675"/>
            <a:ext cx="557815" cy="557815"/>
          </a:xfrm>
          <a:custGeom>
            <a:avLst/>
            <a:gdLst/>
            <a:ahLst/>
            <a:cxnLst/>
            <a:rect l="l" t="t" r="r" b="b"/>
            <a:pathLst>
              <a:path w="557815" h="557815">
                <a:moveTo>
                  <a:pt x="557815" y="0"/>
                </a:moveTo>
                <a:lnTo>
                  <a:pt x="0" y="0"/>
                </a:lnTo>
                <a:lnTo>
                  <a:pt x="0" y="557815"/>
                </a:lnTo>
                <a:lnTo>
                  <a:pt x="557815" y="557815"/>
                </a:lnTo>
                <a:lnTo>
                  <a:pt x="55781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6857246" y="7921290"/>
            <a:ext cx="557815" cy="557815"/>
          </a:xfrm>
          <a:custGeom>
            <a:avLst/>
            <a:gdLst/>
            <a:ahLst/>
            <a:cxnLst/>
            <a:rect l="l" t="t" r="r" b="b"/>
            <a:pathLst>
              <a:path w="557815" h="557815">
                <a:moveTo>
                  <a:pt x="0" y="0"/>
                </a:moveTo>
                <a:lnTo>
                  <a:pt x="557815" y="0"/>
                </a:lnTo>
                <a:lnTo>
                  <a:pt x="557815" y="557815"/>
                </a:lnTo>
                <a:lnTo>
                  <a:pt x="0" y="5578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6775740" y="8639250"/>
            <a:ext cx="449425" cy="449425"/>
          </a:xfrm>
          <a:custGeom>
            <a:avLst/>
            <a:gdLst/>
            <a:ahLst/>
            <a:cxnLst/>
            <a:rect l="l" t="t" r="r" b="b"/>
            <a:pathLst>
              <a:path w="449425" h="449425">
                <a:moveTo>
                  <a:pt x="0" y="0"/>
                </a:moveTo>
                <a:lnTo>
                  <a:pt x="449425" y="0"/>
                </a:lnTo>
                <a:lnTo>
                  <a:pt x="449425" y="449425"/>
                </a:lnTo>
                <a:lnTo>
                  <a:pt x="0" y="449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flipH="1">
            <a:off x="3336932" y="9088675"/>
            <a:ext cx="390946" cy="390946"/>
          </a:xfrm>
          <a:custGeom>
            <a:avLst/>
            <a:gdLst/>
            <a:ahLst/>
            <a:cxnLst/>
            <a:rect l="l" t="t" r="r" b="b"/>
            <a:pathLst>
              <a:path w="390946" h="390946">
                <a:moveTo>
                  <a:pt x="390946" y="0"/>
                </a:moveTo>
                <a:lnTo>
                  <a:pt x="0" y="0"/>
                </a:lnTo>
                <a:lnTo>
                  <a:pt x="0" y="390946"/>
                </a:lnTo>
                <a:lnTo>
                  <a:pt x="390946" y="390946"/>
                </a:lnTo>
                <a:lnTo>
                  <a:pt x="39094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6368681" y="5439469"/>
            <a:ext cx="631771" cy="631771"/>
          </a:xfrm>
          <a:custGeom>
            <a:avLst/>
            <a:gdLst/>
            <a:ahLst/>
            <a:cxnLst/>
            <a:rect l="l" t="t" r="r" b="b"/>
            <a:pathLst>
              <a:path w="631771" h="631771">
                <a:moveTo>
                  <a:pt x="0" y="0"/>
                </a:moveTo>
                <a:lnTo>
                  <a:pt x="631771" y="0"/>
                </a:lnTo>
                <a:lnTo>
                  <a:pt x="631771" y="631771"/>
                </a:lnTo>
                <a:lnTo>
                  <a:pt x="0" y="6317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6794773" y="5500101"/>
            <a:ext cx="464527" cy="464527"/>
          </a:xfrm>
          <a:custGeom>
            <a:avLst/>
            <a:gdLst/>
            <a:ahLst/>
            <a:cxnLst/>
            <a:rect l="l" t="t" r="r" b="b"/>
            <a:pathLst>
              <a:path w="464527" h="464527">
                <a:moveTo>
                  <a:pt x="0" y="0"/>
                </a:moveTo>
                <a:lnTo>
                  <a:pt x="464527" y="0"/>
                </a:lnTo>
                <a:lnTo>
                  <a:pt x="464527" y="464527"/>
                </a:lnTo>
                <a:lnTo>
                  <a:pt x="0" y="4645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525" y="1077076"/>
            <a:ext cx="3474012" cy="1212746"/>
          </a:xfrm>
          <a:custGeom>
            <a:avLst/>
            <a:gdLst/>
            <a:ahLst/>
            <a:cxnLst/>
            <a:rect l="l" t="t" r="r" b="b"/>
            <a:pathLst>
              <a:path w="3474012" h="1212746">
                <a:moveTo>
                  <a:pt x="0" y="0"/>
                </a:moveTo>
                <a:lnTo>
                  <a:pt x="3474012" y="0"/>
                </a:lnTo>
                <a:lnTo>
                  <a:pt x="3474012" y="1212746"/>
                </a:lnTo>
                <a:lnTo>
                  <a:pt x="0" y="1212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60593" y="1415341"/>
            <a:ext cx="4907801" cy="874481"/>
          </a:xfrm>
          <a:custGeom>
            <a:avLst/>
            <a:gdLst/>
            <a:ahLst/>
            <a:cxnLst/>
            <a:rect l="l" t="t" r="r" b="b"/>
            <a:pathLst>
              <a:path w="4907801" h="874481">
                <a:moveTo>
                  <a:pt x="0" y="0"/>
                </a:moveTo>
                <a:lnTo>
                  <a:pt x="4907801" y="0"/>
                </a:lnTo>
                <a:lnTo>
                  <a:pt x="4907801" y="874481"/>
                </a:lnTo>
                <a:lnTo>
                  <a:pt x="0" y="874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44344" y="731163"/>
            <a:ext cx="5270840" cy="1840002"/>
          </a:xfrm>
          <a:custGeom>
            <a:avLst/>
            <a:gdLst/>
            <a:ahLst/>
            <a:cxnLst/>
            <a:rect l="l" t="t" r="r" b="b"/>
            <a:pathLst>
              <a:path w="5270840" h="1840002">
                <a:moveTo>
                  <a:pt x="0" y="0"/>
                </a:moveTo>
                <a:lnTo>
                  <a:pt x="5270840" y="0"/>
                </a:lnTo>
                <a:lnTo>
                  <a:pt x="5270840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79764" y="1077076"/>
            <a:ext cx="4233199" cy="1477771"/>
          </a:xfrm>
          <a:custGeom>
            <a:avLst/>
            <a:gdLst/>
            <a:ahLst/>
            <a:cxnLst/>
            <a:rect l="l" t="t" r="r" b="b"/>
            <a:pathLst>
              <a:path w="4233199" h="1477771">
                <a:moveTo>
                  <a:pt x="0" y="0"/>
                </a:moveTo>
                <a:lnTo>
                  <a:pt x="4233199" y="0"/>
                </a:lnTo>
                <a:lnTo>
                  <a:pt x="4233199" y="1477771"/>
                </a:lnTo>
                <a:lnTo>
                  <a:pt x="0" y="14777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8368497" y="990216"/>
            <a:ext cx="3890591" cy="693233"/>
          </a:xfrm>
          <a:custGeom>
            <a:avLst/>
            <a:gdLst/>
            <a:ahLst/>
            <a:cxnLst/>
            <a:rect l="l" t="t" r="r" b="b"/>
            <a:pathLst>
              <a:path w="3890591" h="693233">
                <a:moveTo>
                  <a:pt x="3890591" y="0"/>
                </a:moveTo>
                <a:lnTo>
                  <a:pt x="0" y="0"/>
                </a:lnTo>
                <a:lnTo>
                  <a:pt x="0" y="693233"/>
                </a:lnTo>
                <a:lnTo>
                  <a:pt x="3890591" y="693233"/>
                </a:lnTo>
                <a:lnTo>
                  <a:pt x="38905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6536" y="4153994"/>
            <a:ext cx="11187008" cy="6128433"/>
          </a:xfrm>
          <a:custGeom>
            <a:avLst/>
            <a:gdLst/>
            <a:ahLst/>
            <a:cxnLst/>
            <a:rect l="l" t="t" r="r" b="b"/>
            <a:pathLst>
              <a:path w="11187008" h="6128433">
                <a:moveTo>
                  <a:pt x="0" y="0"/>
                </a:moveTo>
                <a:lnTo>
                  <a:pt x="11187007" y="0"/>
                </a:lnTo>
                <a:lnTo>
                  <a:pt x="11187007" y="6128434"/>
                </a:lnTo>
                <a:lnTo>
                  <a:pt x="0" y="61284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1160471" y="4158567"/>
            <a:ext cx="11187008" cy="6128433"/>
          </a:xfrm>
          <a:custGeom>
            <a:avLst/>
            <a:gdLst/>
            <a:ahLst/>
            <a:cxnLst/>
            <a:rect l="l" t="t" r="r" b="b"/>
            <a:pathLst>
              <a:path w="11187008" h="6128433">
                <a:moveTo>
                  <a:pt x="11187008" y="0"/>
                </a:moveTo>
                <a:lnTo>
                  <a:pt x="0" y="0"/>
                </a:lnTo>
                <a:lnTo>
                  <a:pt x="0" y="6128433"/>
                </a:lnTo>
                <a:lnTo>
                  <a:pt x="11187008" y="6128433"/>
                </a:lnTo>
                <a:lnTo>
                  <a:pt x="11187008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80825" y="7522508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1" y="0"/>
                </a:lnTo>
                <a:lnTo>
                  <a:pt x="21097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67863" y="3158579"/>
            <a:ext cx="16539432" cy="3061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15"/>
              </a:lnSpc>
            </a:pPr>
            <a:r>
              <a:rPr lang="en-US" sz="17082" spc="17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THANK YOU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6289" y="7139358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081174" y="7953089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136059" y="7347611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565830" y="7732902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772923" y="7732902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1" y="0"/>
                </a:lnTo>
                <a:lnTo>
                  <a:pt x="21097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827808" y="7953089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1" y="0"/>
                </a:lnTo>
                <a:lnTo>
                  <a:pt x="21097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882694" y="7522508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937579" y="8055901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959301" y="6924389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097507" y="7347611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5042622" y="7139358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790799" y="8055901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3987737" y="7732902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932852" y="7953089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836746" y="7522508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935215" y="7953089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965832" y="7522508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-781071" y="6924389"/>
            <a:ext cx="2109770" cy="4114800"/>
          </a:xfrm>
          <a:custGeom>
            <a:avLst/>
            <a:gdLst/>
            <a:ahLst/>
            <a:cxnLst/>
            <a:rect l="l" t="t" r="r" b="b"/>
            <a:pathLst>
              <a:path w="2109770" h="411480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274572" y="731163"/>
            <a:ext cx="608122" cy="608122"/>
          </a:xfrm>
          <a:custGeom>
            <a:avLst/>
            <a:gdLst/>
            <a:ahLst/>
            <a:cxnLst/>
            <a:rect l="l" t="t" r="r" b="b"/>
            <a:pathLst>
              <a:path w="608122" h="608122">
                <a:moveTo>
                  <a:pt x="0" y="0"/>
                </a:moveTo>
                <a:lnTo>
                  <a:pt x="608122" y="0"/>
                </a:lnTo>
                <a:lnTo>
                  <a:pt x="608122" y="608122"/>
                </a:lnTo>
                <a:lnTo>
                  <a:pt x="0" y="608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flipH="1">
            <a:off x="10837215" y="2375165"/>
            <a:ext cx="402061" cy="402061"/>
          </a:xfrm>
          <a:custGeom>
            <a:avLst/>
            <a:gdLst/>
            <a:ahLst/>
            <a:cxnLst/>
            <a:rect l="l" t="t" r="r" b="b"/>
            <a:pathLst>
              <a:path w="402061" h="402061">
                <a:moveTo>
                  <a:pt x="402061" y="0"/>
                </a:moveTo>
                <a:lnTo>
                  <a:pt x="0" y="0"/>
                </a:lnTo>
                <a:lnTo>
                  <a:pt x="0" y="402061"/>
                </a:lnTo>
                <a:lnTo>
                  <a:pt x="402061" y="402061"/>
                </a:lnTo>
                <a:lnTo>
                  <a:pt x="40206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3998564" y="7111332"/>
            <a:ext cx="384761" cy="384761"/>
          </a:xfrm>
          <a:custGeom>
            <a:avLst/>
            <a:gdLst/>
            <a:ahLst/>
            <a:cxnLst/>
            <a:rect l="l" t="t" r="r" b="b"/>
            <a:pathLst>
              <a:path w="384761" h="384761">
                <a:moveTo>
                  <a:pt x="0" y="0"/>
                </a:moveTo>
                <a:lnTo>
                  <a:pt x="384761" y="0"/>
                </a:lnTo>
                <a:lnTo>
                  <a:pt x="384761" y="384761"/>
                </a:lnTo>
                <a:lnTo>
                  <a:pt x="0" y="3847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flipH="1">
            <a:off x="6539238" y="6456659"/>
            <a:ext cx="577141" cy="577141"/>
          </a:xfrm>
          <a:custGeom>
            <a:avLst/>
            <a:gdLst/>
            <a:ahLst/>
            <a:cxnLst/>
            <a:rect l="l" t="t" r="r" b="b"/>
            <a:pathLst>
              <a:path w="577141" h="577141">
                <a:moveTo>
                  <a:pt x="577141" y="0"/>
                </a:moveTo>
                <a:lnTo>
                  <a:pt x="0" y="0"/>
                </a:lnTo>
                <a:lnTo>
                  <a:pt x="0" y="577142"/>
                </a:lnTo>
                <a:lnTo>
                  <a:pt x="577141" y="577142"/>
                </a:lnTo>
                <a:lnTo>
                  <a:pt x="57714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523424" y="6296550"/>
            <a:ext cx="320218" cy="320218"/>
          </a:xfrm>
          <a:custGeom>
            <a:avLst/>
            <a:gdLst/>
            <a:ahLst/>
            <a:cxnLst/>
            <a:rect l="l" t="t" r="r" b="b"/>
            <a:pathLst>
              <a:path w="320218" h="320218">
                <a:moveTo>
                  <a:pt x="0" y="0"/>
                </a:moveTo>
                <a:lnTo>
                  <a:pt x="320218" y="0"/>
                </a:lnTo>
                <a:lnTo>
                  <a:pt x="320218" y="320218"/>
                </a:lnTo>
                <a:lnTo>
                  <a:pt x="0" y="3202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1385636" y="6603106"/>
            <a:ext cx="604465" cy="604465"/>
          </a:xfrm>
          <a:custGeom>
            <a:avLst/>
            <a:gdLst/>
            <a:ahLst/>
            <a:cxnLst/>
            <a:rect l="l" t="t" r="r" b="b"/>
            <a:pathLst>
              <a:path w="604465" h="604465">
                <a:moveTo>
                  <a:pt x="0" y="0"/>
                </a:moveTo>
                <a:lnTo>
                  <a:pt x="604464" y="0"/>
                </a:lnTo>
                <a:lnTo>
                  <a:pt x="604464" y="604465"/>
                </a:lnTo>
                <a:lnTo>
                  <a:pt x="0" y="604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 flipH="1">
            <a:off x="14939873" y="6456659"/>
            <a:ext cx="400106" cy="400106"/>
          </a:xfrm>
          <a:custGeom>
            <a:avLst/>
            <a:gdLst/>
            <a:ahLst/>
            <a:cxnLst/>
            <a:rect l="l" t="t" r="r" b="b"/>
            <a:pathLst>
              <a:path w="400106" h="400106">
                <a:moveTo>
                  <a:pt x="400106" y="0"/>
                </a:moveTo>
                <a:lnTo>
                  <a:pt x="0" y="0"/>
                </a:lnTo>
                <a:lnTo>
                  <a:pt x="0" y="400106"/>
                </a:lnTo>
                <a:lnTo>
                  <a:pt x="400106" y="400106"/>
                </a:lnTo>
                <a:lnTo>
                  <a:pt x="40010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 flipH="1" flipV="1">
            <a:off x="17415184" y="5382672"/>
            <a:ext cx="318643" cy="318643"/>
          </a:xfrm>
          <a:custGeom>
            <a:avLst/>
            <a:gdLst/>
            <a:ahLst/>
            <a:cxnLst/>
            <a:rect l="l" t="t" r="r" b="b"/>
            <a:pathLst>
              <a:path w="318643" h="318643">
                <a:moveTo>
                  <a:pt x="318643" y="318643"/>
                </a:moveTo>
                <a:lnTo>
                  <a:pt x="0" y="318643"/>
                </a:lnTo>
                <a:lnTo>
                  <a:pt x="0" y="0"/>
                </a:lnTo>
                <a:lnTo>
                  <a:pt x="318643" y="0"/>
                </a:lnTo>
                <a:lnTo>
                  <a:pt x="318643" y="318643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5566967" y="2571165"/>
            <a:ext cx="412122" cy="412122"/>
          </a:xfrm>
          <a:custGeom>
            <a:avLst/>
            <a:gdLst/>
            <a:ahLst/>
            <a:cxnLst/>
            <a:rect l="l" t="t" r="r" b="b"/>
            <a:pathLst>
              <a:path w="412122" h="412122">
                <a:moveTo>
                  <a:pt x="0" y="0"/>
                </a:moveTo>
                <a:lnTo>
                  <a:pt x="412123" y="0"/>
                </a:lnTo>
                <a:lnTo>
                  <a:pt x="412123" y="412122"/>
                </a:lnTo>
                <a:lnTo>
                  <a:pt x="0" y="412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742913" y="3137918"/>
            <a:ext cx="367366" cy="367366"/>
          </a:xfrm>
          <a:custGeom>
            <a:avLst/>
            <a:gdLst/>
            <a:ahLst/>
            <a:cxnLst/>
            <a:rect l="l" t="t" r="r" b="b"/>
            <a:pathLst>
              <a:path w="367366" h="367366">
                <a:moveTo>
                  <a:pt x="0" y="0"/>
                </a:moveTo>
                <a:lnTo>
                  <a:pt x="367366" y="0"/>
                </a:lnTo>
                <a:lnTo>
                  <a:pt x="367366" y="367366"/>
                </a:lnTo>
                <a:lnTo>
                  <a:pt x="0" y="3673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5814131" y="2983287"/>
            <a:ext cx="438006" cy="438006"/>
          </a:xfrm>
          <a:custGeom>
            <a:avLst/>
            <a:gdLst/>
            <a:ahLst/>
            <a:cxnLst/>
            <a:rect l="l" t="t" r="r" b="b"/>
            <a:pathLst>
              <a:path w="438006" h="438006">
                <a:moveTo>
                  <a:pt x="0" y="0"/>
                </a:moveTo>
                <a:lnTo>
                  <a:pt x="438006" y="0"/>
                </a:lnTo>
                <a:lnTo>
                  <a:pt x="438006" y="438007"/>
                </a:lnTo>
                <a:lnTo>
                  <a:pt x="0" y="4380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 flipH="1">
            <a:off x="3257161" y="990216"/>
            <a:ext cx="283376" cy="283376"/>
          </a:xfrm>
          <a:custGeom>
            <a:avLst/>
            <a:gdLst/>
            <a:ahLst/>
            <a:cxnLst/>
            <a:rect l="l" t="t" r="r" b="b"/>
            <a:pathLst>
              <a:path w="283376" h="283376">
                <a:moveTo>
                  <a:pt x="283376" y="0"/>
                </a:moveTo>
                <a:lnTo>
                  <a:pt x="0" y="0"/>
                </a:lnTo>
                <a:lnTo>
                  <a:pt x="0" y="283376"/>
                </a:lnTo>
                <a:lnTo>
                  <a:pt x="283376" y="283376"/>
                </a:lnTo>
                <a:lnTo>
                  <a:pt x="28337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714</Words>
  <Application>Microsoft Office PowerPoint</Application>
  <PresentationFormat>Custom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Roboto</vt:lpstr>
      <vt:lpstr>Arial</vt:lpstr>
      <vt:lpstr>Calibri</vt:lpstr>
      <vt:lpstr>Arcade Gamer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Purple and Pink Retro Pixel Playful Game Presentation</dc:title>
  <dc:creator>Administrator</dc:creator>
  <cp:lastModifiedBy>Windows User</cp:lastModifiedBy>
  <cp:revision>12</cp:revision>
  <dcterms:created xsi:type="dcterms:W3CDTF">2006-08-16T00:00:00Z</dcterms:created>
  <dcterms:modified xsi:type="dcterms:W3CDTF">2025-05-09T03:57:16Z</dcterms:modified>
  <dc:identifier>DAGm6-tdvRk</dc:identifier>
</cp:coreProperties>
</file>